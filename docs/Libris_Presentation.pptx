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98ab7e41f94266" /><Relationship Type="http://schemas.openxmlformats.org/officeDocument/2006/relationships/extended-properties" Target="/docProps/app.xml" Id="Rca5ebf5dbeb54fc6" /><Relationship Type="http://schemas.openxmlformats.org/officeDocument/2006/relationships/officeDocument" Target="/ppt/presentation.xml" Id="Rc815da12fa0149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d76f3c770f4313"/>
  </p:sldMasterIdLst>
  <p:notesMasterIdLst>
    <p:notesMasterId xmlns:r="http://schemas.openxmlformats.org/officeDocument/2006/relationships" r:id="Rf9397483f31b4b79"/>
  </p:notesMasterIdLst>
  <p:sldIdLst>
    <p:sldId xmlns:r="http://schemas.openxmlformats.org/officeDocument/2006/relationships" id="256" r:id="R55ca2528b94c4bde"/>
    <p:sldId xmlns:r="http://schemas.openxmlformats.org/officeDocument/2006/relationships" id="257" r:id="R221751ec75aa4caa"/>
    <p:sldId xmlns:r="http://schemas.openxmlformats.org/officeDocument/2006/relationships" id="258" r:id="R6433d9c3f6aa4631"/>
    <p:sldId xmlns:r="http://schemas.openxmlformats.org/officeDocument/2006/relationships" id="259" r:id="R1b461a5d406a4b80"/>
    <p:sldId xmlns:r="http://schemas.openxmlformats.org/officeDocument/2006/relationships" id="260" r:id="R9d1be8e729c24a3b"/>
    <p:sldId xmlns:r="http://schemas.openxmlformats.org/officeDocument/2006/relationships" id="261" r:id="Ra0f5c397c4e0408e"/>
    <p:sldId xmlns:r="http://schemas.openxmlformats.org/officeDocument/2006/relationships" id="262" r:id="R517551ef4a5d434f"/>
    <p:sldId xmlns:r="http://schemas.openxmlformats.org/officeDocument/2006/relationships" id="263" r:id="R8530e62b31ef45f6"/>
    <p:sldId xmlns:r="http://schemas.openxmlformats.org/officeDocument/2006/relationships" id="264" r:id="R58ee8989d1314c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23b4c3a68043f9" /><Relationship Type="http://schemas.openxmlformats.org/officeDocument/2006/relationships/slideMaster" Target="/ppt/slideMasters/slideMaster1.xml" Id="R1cd76f3c770f4313" /><Relationship Type="http://schemas.openxmlformats.org/officeDocument/2006/relationships/notesMaster" Target="/ppt/notesMasters/notesMaster1.xml" Id="Rf9397483f31b4b79" /><Relationship Type="http://schemas.openxmlformats.org/officeDocument/2006/relationships/presProps" Target="/ppt/presProps.xml" Id="R90bdf91be13e43b5" /><Relationship Type="http://schemas.openxmlformats.org/officeDocument/2006/relationships/tableStyles" Target="/ppt/tableStyles.xml" Id="Rb68c55af7dd64ee3" /><Relationship Type="http://schemas.openxmlformats.org/officeDocument/2006/relationships/slide" Target="/ppt/slides/slide1.xml" Id="R55ca2528b94c4bde" /><Relationship Type="http://schemas.openxmlformats.org/officeDocument/2006/relationships/slide" Target="/ppt/slides/slide2.xml" Id="R221751ec75aa4caa" /><Relationship Type="http://schemas.openxmlformats.org/officeDocument/2006/relationships/slide" Target="/ppt/slides/slide3.xml" Id="R6433d9c3f6aa4631" /><Relationship Type="http://schemas.openxmlformats.org/officeDocument/2006/relationships/slide" Target="/ppt/slides/slide4.xml" Id="R1b461a5d406a4b80" /><Relationship Type="http://schemas.openxmlformats.org/officeDocument/2006/relationships/slide" Target="/ppt/slides/slide5.xml" Id="R9d1be8e729c24a3b" /><Relationship Type="http://schemas.openxmlformats.org/officeDocument/2006/relationships/slide" Target="/ppt/slides/slide6.xml" Id="Ra0f5c397c4e0408e" /><Relationship Type="http://schemas.openxmlformats.org/officeDocument/2006/relationships/slide" Target="/ppt/slides/slide7.xml" Id="R517551ef4a5d434f" /><Relationship Type="http://schemas.openxmlformats.org/officeDocument/2006/relationships/slide" Target="/ppt/slides/slide8.xml" Id="R8530e62b31ef45f6" /><Relationship Type="http://schemas.openxmlformats.org/officeDocument/2006/relationships/slide" Target="/ppt/slides/slide9.xml" Id="R58ee8989d1314c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6e3fa8acb647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21e2b484834825" /><Relationship Type="http://schemas.openxmlformats.org/officeDocument/2006/relationships/notesMaster" Target="/ppt/notesMasters/notesMaster1.xml" Id="R04b01c9d46bc41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83c94a0d2441d4" /><Relationship Type="http://schemas.openxmlformats.org/officeDocument/2006/relationships/notesMaster" Target="/ppt/notesMasters/notesMaster1.xml" Id="R74de7137a0fa4d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8d4cb5d5f24907" /><Relationship Type="http://schemas.openxmlformats.org/officeDocument/2006/relationships/notesMaster" Target="/ppt/notesMasters/notesMaster1.xml" Id="R24d196aaf9a14e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1e084a6c584013" /><Relationship Type="http://schemas.openxmlformats.org/officeDocument/2006/relationships/notesMaster" Target="/ppt/notesMasters/notesMaster1.xml" Id="R216e042dcfc843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383d1c9a5a4122" /><Relationship Type="http://schemas.openxmlformats.org/officeDocument/2006/relationships/notesMaster" Target="/ppt/notesMasters/notesMaster1.xml" Id="R99df336954e94e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ec8541befc440c" /><Relationship Type="http://schemas.openxmlformats.org/officeDocument/2006/relationships/notesMaster" Target="/ppt/notesMasters/notesMaster1.xml" Id="R07959727cd9048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8efe20e9d54bd2" /><Relationship Type="http://schemas.openxmlformats.org/officeDocument/2006/relationships/notesMaster" Target="/ppt/notesMasters/notesMaster1.xml" Id="R416d351d297f42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c7a546adb244ae" /><Relationship Type="http://schemas.openxmlformats.org/officeDocument/2006/relationships/notesMaster" Target="/ppt/notesMasters/notesMaster1.xml" Id="R7d299827b5ff4f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d1ccd6b00e4481" /><Relationship Type="http://schemas.openxmlformats.org/officeDocument/2006/relationships/notesMaster" Target="/ppt/notesMasters/notesMaster1.xml" Id="R4b321e4629db4e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3b252f1e214f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6b89e885eb4632" /><Relationship Type="http://schemas.openxmlformats.org/officeDocument/2006/relationships/slideLayout" Target="/ppt/slideLayouts/slideLayout1.xml" Id="R388047e4cb6f4e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8047e4cb6f4e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a4975871642f4" /><Relationship Type="http://schemas.openxmlformats.org/officeDocument/2006/relationships/notesSlide" Target="/ppt/notesSlides/notesSlide1.xml" Id="R82d4ccac7a3143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a62d0d72c446a" /><Relationship Type="http://schemas.openxmlformats.org/officeDocument/2006/relationships/notesSlide" Target="/ppt/notesSlides/notesSlide2.xml" Id="R6b9b3770bcd948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9260d9e3a4c75" /><Relationship Type="http://schemas.openxmlformats.org/officeDocument/2006/relationships/notesSlide" Target="/ppt/notesSlides/notesSlide3.xml" Id="R9b35c182868241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16a099e764589" /><Relationship Type="http://schemas.openxmlformats.org/officeDocument/2006/relationships/notesSlide" Target="/ppt/notesSlides/notesSlide4.xml" Id="R82a2a573dc4948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0b92184a54ed1" /><Relationship Type="http://schemas.openxmlformats.org/officeDocument/2006/relationships/notesSlide" Target="/ppt/notesSlides/notesSlide5.xml" Id="R49e32d57b89c49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e18d1a7ea4ae6" /><Relationship Type="http://schemas.openxmlformats.org/officeDocument/2006/relationships/notesSlide" Target="/ppt/notesSlides/notesSlide6.xml" Id="Rd01dd4277a1f4b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26380526b471d" /><Relationship Type="http://schemas.openxmlformats.org/officeDocument/2006/relationships/notesSlide" Target="/ppt/notesSlides/notesSlide7.xml" Id="R71b3a92d1d2344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fb65399424884" /><Relationship Type="http://schemas.openxmlformats.org/officeDocument/2006/relationships/notesSlide" Target="/ppt/notesSlides/notesSlide8.xml" Id="R4c2fb5252ed848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3301866864039" /><Relationship Type="http://schemas.openxmlformats.org/officeDocument/2006/relationships/notesSlide" Target="/ppt/notesSlides/notesSlide9.xml" Id="R47a23c4494ba4c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FD491-080B-4F3A-B71D-F462C590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78222-4B72-4940-BC6C-E4C1955F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4A1B4-504F-448C-9816-791A9FFF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SPDLY STUDIOS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E0811-CA4C-42A4-BD29-37B0C768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827"/>
                </a:solidFill>
              </a:defRPr>
            </a:pPr>
            <a:r>
              <a:rPr sz="5400" b="1">
                <a:solidFill>
                  <a:srgbClr val="111827"/>
                </a:solidFill>
              </a:rPr>
              <a:t>Libris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1AC2E-5D27-4DA2-AD4A-4542A960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48B"/>
                </a:solidFill>
              </a:defRPr>
            </a:pPr>
            <a:r>
              <a:rPr sz="1950" b="0">
                <a:solidFill>
                  <a:srgbClr val="64748B"/>
                </a:solidFill>
              </a:rPr>
              <a:t>A smarter, connected library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D801E-5758-408E-AA4B-07B22352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Team Leader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77B80-124A-4E61-AAD6-D0DF1CD5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Shivaprasad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E83DD-9BEE-4FDE-8031-222CB0B5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91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  /  09</a:t>
            </a:r>
          </a:p>
        </p:txBody>
      </p:sp>
    </p:spTree>
    <p:extLst>
      <p:ext uri="{BB962C8B-B14F-4D97-AF65-F5344CB8AC3E}">
        <p14:creationId xmlns:p14="http://schemas.microsoft.com/office/powerpoint/2010/main" val="280345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2068A-A5BD-49B9-8489-FFA0787E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A73FE-BC58-4F89-9A65-28A53D61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THE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50B94-C1EA-4633-A671-D4C51D54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Library services are fragmented across disconnected moments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72B8D-40CD-47D3-A8C0-47B5DD9F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LIBRIS  /  SPDLY STUDIOS  •  2/9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7D5C3-D8B4-49E9-A0D8-E619C150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F3CF1-D34F-46A9-A61D-DC18E9AF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Students search for books without reliable context or availability.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AD747-B6D8-483E-B28B-1519F0E3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C2E4B-9D28-44C4-BE01-3AC4C67D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Seat and room access is difficult to see before arriving.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D2D6F-ED6D-4267-BE3B-5F106C52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F8706-B887-455F-A6D2-B350358F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861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Notes, papers, loans, fines, and recommendations live in separate workflows.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F49BC-D478-4654-9738-014102C3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2A96D-5DA2-426B-B056-0088410A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Staff lack one operational view of inventory, circulation, and activity.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E5409-89FF-4C47-A61C-69E2E8BE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6E81F-3E01-44EB-A3DF-397CC750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The opportunity: connect discovery, access, and library operations around one trusted account.</a:t>
            </a:r>
          </a:p>
        </p:txBody>
      </p:sp>
    </p:spTree>
    <p:extLst>
      <p:ext uri="{BB962C8B-B14F-4D97-AF65-F5344CB8AC3E}">
        <p14:creationId xmlns:p14="http://schemas.microsoft.com/office/powerpoint/2010/main" val="2087396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1C4F0-A778-4D5B-A876-EBCDA0C0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624CD-0E97-4304-9FE3-EFC02F25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1E89A-2931-4AC0-8A5F-F0973D2E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Libris unifies the student and staff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28BEE-7FB0-42B3-993D-070C0747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LIBRIS  /  SPDLY STUDIOS  •  3/9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8604E-0160-4C22-9E58-91DEE9A7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4BDEC-6F79-40F3-A96D-05948397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7551A-387B-4EAE-BFAA-9A573945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Search, fuzzy matching, syllabus mapping, and personalized book suggestions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9D87F-71C2-48C9-BEA8-8CBE5B9B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50652-1018-4DAC-BB90-6DE8658E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0CF73-5FA9-478A-83C5-95295A3B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Live seats, collaborative rooms, digital ID, and circulation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E51C3-9AB0-4763-981F-966C8B3B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A0BE3-ED4C-4AA4-B9F4-BF239CC7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81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AE7A3-1378-4675-A2C2-F39629C2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Reading history, streaks, merit credits, and a real leaderboard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0B7AE-C4F0-4CC8-9287-BE850FCF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71875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50970-4325-43D7-A638-BDA4DA61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81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OPERATE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5DC36-64A2-408F-9BEA-D477C3F7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Role-aware administration, analytics, catalog, fines, and payments</a:t>
            </a:r>
          </a:p>
        </p:txBody>
      </p:sp>
    </p:spTree>
    <p:extLst>
      <p:ext uri="{BB962C8B-B14F-4D97-AF65-F5344CB8AC3E}">
        <p14:creationId xmlns:p14="http://schemas.microsoft.com/office/powerpoint/2010/main" val="453857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5F189-B580-4DEA-8786-273DD324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C5113-430F-4F7E-83D7-F856EF8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4CE2A-8CB3-47C9-8EC3-33158762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 static SPA with a real Firebase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1150B-D46E-4B66-AFCF-3261BE96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LIBRIS  /  SPDLY STUDIOS  •  4/9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2CA9D-108B-4A7E-8895-35F4EBA0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C40D4-80E2-4992-94A2-170F7F9D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Libris SPA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59945-3D39-4F26-BE00-8D38F987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62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index.html  •  assets/css  •  assets/js  •  responsive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7B0E8-002C-404E-97A9-014C8DCE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BBFEC-E778-4A99-B1A3-476FEFD1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89F26-7E28-4945-8FC3-CEC580BE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Firebase Authentication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Email/password + Google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38C05-2BB8-4278-86D3-92FBAD16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24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1D64D-36F2-43DF-8099-6113D830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623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47245-98A2-4E02-A40F-4F17590D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957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Cloud Firestore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Live records +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BA15B-FDCE-407B-BA27-273B84E5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275ED-34B0-4D5C-8405-02ACF8B3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623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INSIGHT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BC29A-2EBD-4F3D-B30B-2452A82B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Analytics + leaderboard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Account-scoped 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81C07-D540-4F67-B26F-E4DFE1E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134B9-1952-410F-B534-B3877A0C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623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DELIVERY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A2ED2-F766-4FB4-8ED3-2E4A2EDD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Firebase Hosting</a:t>
            </a:r>
          </a:p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Deployable static app</a:t>
            </a:r>
          </a:p>
        </p:txBody>
      </p:sp>
    </p:spTree>
    <p:extLst>
      <p:ext uri="{BB962C8B-B14F-4D97-AF65-F5344CB8AC3E}">
        <p14:creationId xmlns:p14="http://schemas.microsoft.com/office/powerpoint/2010/main" val="1798450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D9887-8C09-4FF6-A01A-4BBD9451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47BF1-FA50-494B-A7D0-24004F4A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PERSONALIZATION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BAD28-33AD-4EEA-A0A5-368D9DC2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Nova recommends from the member profile, not a generic 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086B0-FA85-4112-8C2C-8C6DC00A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LIBRIS  /  SPDLY STUDIOS  •  5/9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F8595-F75B-4989-9DC9-2A68A7AF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48B"/>
                </a:solidFill>
              </a:defRPr>
            </a:pPr>
            <a:r>
              <a:rPr sz="1725" b="0">
                <a:solidFill>
                  <a:srgbClr val="64748B"/>
                </a:solidFill>
              </a:rPr>
              <a:t>Each recommendation uses current account signals: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F5746-5636-4EB9-8ACE-59019304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B696C-86EA-4D89-A8CF-3B190FE3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Department and semester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DDD9C-428B-495A-A92E-A9F9CC07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C98CB-FD52-4145-A34A-2C208D66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289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Category interests and searches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58B1A-787B-4035-8A31-51A48FEA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F7AF4-93EE-4B33-B9BC-C9DAF6FB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242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Reading history and active loans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BA74E-1EFC-4167-94FB-8EB1E392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E3268-7810-481E-BD07-4ADED5FD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95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Catalog availability and popularity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A645F-D727-4C1F-99DE-D30C8B39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09ED8-F7FD-4007-8AB1-89C290EF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UID-based personalized ordering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E9E40-DDF6-4DFE-AB16-3AA7CBE2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3619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395E9-628E-4BC5-8171-1F80060A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BOOK 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9ACB1-F956-42A6-B509-051818A9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Personalized</a:t>
            </a:r>
          </a:p>
          <a:p xmlns:a="http://schemas.openxmlformats.org/drawingml/2006/main">
            <a:pPr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recommendations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EA280-89A4-4F80-93D4-9ED5DB46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Every ranked result is generated from Firestore catalog data and the signed-in user profile.</a:t>
            </a:r>
          </a:p>
        </p:txBody>
      </p:sp>
    </p:spTree>
    <p:extLst>
      <p:ext uri="{BB962C8B-B14F-4D97-AF65-F5344CB8AC3E}">
        <p14:creationId xmlns:p14="http://schemas.microsoft.com/office/powerpoint/2010/main" val="1589816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CFE23-186B-4722-9CD4-EEB1E843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EA4F6-00B3-4B3A-B8DF-34519FF3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REAL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0DFD4-BBBB-430A-AC1E-C5542964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important actions persist to Firestore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E5F44-6DF9-4E63-A73D-8C590C74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LIBRIS  /  SPDLY STUDIOS  •  6/9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3CBDA-78E5-4CAF-B090-E066A88C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FE239-3964-465D-80F6-43A8145B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954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Borrow / 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FAFCA-1D03-4F6E-A4CB-F0658571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59669"/>
                </a:solidFill>
              </a:defRPr>
            </a:pPr>
            <a:r>
              <a:rPr sz="1425" b="0">
                <a:solidFill>
                  <a:srgbClr val="059669"/>
                </a:solidFill>
              </a:rPr>
              <a:t>transactions + inventory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2D9F9-863A-41BB-A7BD-FD88750D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B0C82-D4C7-4D71-9E8E-9EA90955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Seat / room booking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7B18E-8364-4BCF-BD0F-78451476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479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59669"/>
                </a:solidFill>
              </a:defRPr>
            </a:pPr>
            <a:r>
              <a:rPr sz="1425" b="0">
                <a:solidFill>
                  <a:srgbClr val="059669"/>
                </a:solidFill>
              </a:rPr>
              <a:t>live booking collections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F7C06-F934-4FD7-882A-BE82C40C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8BC03-8E08-4AA1-AB5E-6925E1BC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Fine payment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936CD-0343-4D5D-A8D0-E8BC3E89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59669"/>
                </a:solidFill>
              </a:defRPr>
            </a:pPr>
            <a:r>
              <a:rPr sz="1425" b="0">
                <a:solidFill>
                  <a:srgbClr val="059669"/>
                </a:solidFill>
              </a:rPr>
              <a:t>transactional status + payment 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93075-DEEA-43BD-9DFE-5F027D07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BF0BD-A347-42E8-8458-C8C47B8D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Notes and uploads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32E8C-1C53-48CF-8A4E-45831389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528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59669"/>
                </a:solidFill>
              </a:defRPr>
            </a:pPr>
            <a:r>
              <a:rPr sz="1425" b="0">
                <a:solidFill>
                  <a:srgbClr val="059669"/>
                </a:solidFill>
              </a:rPr>
              <a:t>notes + uploader ownership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0BC17-DD3F-4F3A-93F7-6079C0DB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A4FC3-CBC1-456C-BF71-3E93B631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Search and AI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B8461-0578-439E-A4AE-7262176A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052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59669"/>
                </a:solidFill>
              </a:defRPr>
            </a:pPr>
            <a:r>
              <a:rPr sz="1425" b="0">
                <a:solidFill>
                  <a:srgbClr val="059669"/>
                </a:solidFill>
              </a:rPr>
              <a:t>authenticated user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3AB295-CC57-44F4-B27D-5EC5B838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FD020-32A6-4AE2-9509-B2762F73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Leaderboard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FD94B-4523-4F23-B0D8-E91507ED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577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59669"/>
                </a:solidFill>
              </a:defRPr>
            </a:pPr>
            <a:r>
              <a:rPr sz="1425" b="0">
                <a:solidFill>
                  <a:srgbClr val="059669"/>
                </a:solidFill>
              </a:rPr>
              <a:t>derived per-user score document</a:t>
            </a:r>
          </a:p>
        </p:txBody>
      </p:sp>
    </p:spTree>
    <p:extLst>
      <p:ext uri="{BB962C8B-B14F-4D97-AF65-F5344CB8AC3E}">
        <p14:creationId xmlns:p14="http://schemas.microsoft.com/office/powerpoint/2010/main" val="1779644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87900-309F-431C-BE79-604CA17B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1630A-16F8-41D7-9873-611F365E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TRUST AND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89677-FE35-41BD-8B2B-7418F82D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Security is enforced in the backend, not only in the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57DF7-84AD-4CE2-A1BE-35A2E1AF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LIBRIS  /  SPDLY STUDIOS  •  7/9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2DB15-A6D9-488F-B0D4-B6EB5733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8666E-E8E5-4E76-A5E1-3CFB2122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33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STUDENT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CE580-0999-4F94-99DF-2FE75536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Own profile</a:t>
            </a:r>
          </a:p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Own loans and fines</a:t>
            </a:r>
          </a:p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Own bookings</a:t>
            </a:r>
          </a:p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Personalized recommendations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D318E-1E38-4DDE-AC63-F4A0AF1B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410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CFA79-E806-4555-A720-280ED0BC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33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ADMIN / LIBRARIAN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48EF4-6C22-4C3A-9A12-0339001B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9875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Catalog and circulation</a:t>
            </a:r>
          </a:p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User roles and analytics</a:t>
            </a:r>
          </a:p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Leaderboard oversight</a:t>
            </a:r>
          </a:p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Explicit reset and reseed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B8EDA-C9E6-4A69-A1AF-DCE4795F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Firestore Rules remain the authorization boundary.</a:t>
            </a:r>
          </a:p>
        </p:txBody>
      </p:sp>
    </p:spTree>
    <p:extLst>
      <p:ext uri="{BB962C8B-B14F-4D97-AF65-F5344CB8AC3E}">
        <p14:creationId xmlns:p14="http://schemas.microsoft.com/office/powerpoint/2010/main" val="4310560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787F4-6776-41EC-A74D-B71EABFF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4D5DE-4601-4FC3-9059-AA0D48A6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07ED3-11C5-4319-AFF1-CEA82AC1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Libris is designed to be operated, verified, and deployed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F2A1A-9814-4F51-A924-3C7B1C8B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LIBRIS  /  SPDLY STUDIOS  •  8/9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11BEB-07AF-43F9-BCE5-2D94F71C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76909-F08E-495D-A53D-EC25EEFA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Firebase Hosting serves the production SPA.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0682A-CDAF-422F-B9C8-1B6FA817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5A1A2-CFDC-4321-85C0-DD6E6CF1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Firestore Rules protect ownership and role boundaries.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22431-3C49-4638-A5B2-08D642BC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1556E-E3AF-484D-8B59-9BC118A2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Admin SDK provisioning creates reproducible Auth and seed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91215-2CB3-452E-8DB9-7480E119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18A6D-3A47-4EDA-B194-4E91E5F4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Live listeners keep catalog, seats, and account data current.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E6162-A928-4A56-936B-E6CB0173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2773C-F444-421B-87F5-2558A324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91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No browser persistence APIs or demo authentication paths remain.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37AD2-BD86-42EA-82D2-75511A65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AF018-23AD-4228-8A73-1C316851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Outcome: a credible library platform foundation that can grow without replacing its data model.</a:t>
            </a:r>
          </a:p>
        </p:txBody>
      </p:sp>
    </p:spTree>
    <p:extLst>
      <p:ext uri="{BB962C8B-B14F-4D97-AF65-F5344CB8AC3E}">
        <p14:creationId xmlns:p14="http://schemas.microsoft.com/office/powerpoint/2010/main" val="521421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22250-325B-4EF8-9E10-DE2D9285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B4D70-9300-452B-AF33-B986BB3F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06219-A232-42BC-A287-DBF7AF36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93C5FD"/>
                </a:solidFill>
              </a:defRPr>
            </a:pPr>
            <a:r>
              <a:rPr sz="3150" b="1">
                <a:solidFill>
                  <a:srgbClr val="93C5FD"/>
                </a:solidFill>
              </a:rPr>
              <a:t>Libris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31268-E7ED-4914-AB3D-67A06230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SpDly Studios  •  Team Leader: Shivaprasad 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3116D-94F4-405F-80AD-A77B4B67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91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BD5E1"/>
                </a:solidFill>
              </a:defRPr>
            </a:pPr>
            <a:r>
              <a:rPr sz="1125" b="1">
                <a:solidFill>
                  <a:srgbClr val="CBD5E1"/>
                </a:solidFill>
              </a:rPr>
              <a:t>09  /  09</a:t>
            </a:r>
          </a:p>
        </p:txBody>
      </p:sp>
    </p:spTree>
    <p:extLst>
      <p:ext uri="{BB962C8B-B14F-4D97-AF65-F5344CB8AC3E}">
        <p14:creationId xmlns:p14="http://schemas.microsoft.com/office/powerpoint/2010/main" val="1308617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2026-08-26T12:01:21.3560000Z</dcterms:created>
  <dcterms:modified xsi:type="dcterms:W3CDTF">2026-08-26T12:01:21.3560000Z</dcterms:modified>
</coreProperties>
</file>